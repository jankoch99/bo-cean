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0" r:id="rId15"/>
    <p:sldId id="269" r:id="rId16"/>
    <p:sldId id="2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80C5C-944D-4130-AB3E-09852542D1DD}" v="1" dt="2026-03-15T11:05:03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71" d="100"/>
          <a:sy n="71" d="100"/>
        </p:scale>
        <p:origin x="247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ne Liskova" userId="a0993f2846a4e5e6" providerId="LiveId" clId="{E08480FD-CB8C-48ED-94AB-390C657F74E3}"/>
    <pc:docChg chg="undo custSel modSld">
      <pc:chgData name="Susanne Liskova" userId="a0993f2846a4e5e6" providerId="LiveId" clId="{E08480FD-CB8C-48ED-94AB-390C657F74E3}" dt="2026-03-15T11:07:37.980" v="332" actId="14100"/>
      <pc:docMkLst>
        <pc:docMk/>
      </pc:docMkLst>
      <pc:sldChg chg="addSp delSp modSp mod">
        <pc:chgData name="Susanne Liskova" userId="a0993f2846a4e5e6" providerId="LiveId" clId="{E08480FD-CB8C-48ED-94AB-390C657F74E3}" dt="2026-03-15T11:07:37.980" v="332" actId="14100"/>
        <pc:sldMkLst>
          <pc:docMk/>
          <pc:sldMk cId="3871743244" sldId="268"/>
        </pc:sldMkLst>
        <pc:spChg chg="mod">
          <ac:chgData name="Susanne Liskova" userId="a0993f2846a4e5e6" providerId="LiveId" clId="{E08480FD-CB8C-48ED-94AB-390C657F74E3}" dt="2026-03-15T11:06:30.960" v="322" actId="20577"/>
          <ac:spMkLst>
            <pc:docMk/>
            <pc:sldMk cId="3871743244" sldId="268"/>
            <ac:spMk id="2" creationId="{61ED81D7-EFCA-41EC-5579-CEE06A687651}"/>
          </ac:spMkLst>
        </pc:spChg>
        <pc:spChg chg="del">
          <ac:chgData name="Susanne Liskova" userId="a0993f2846a4e5e6" providerId="LiveId" clId="{E08480FD-CB8C-48ED-94AB-390C657F74E3}" dt="2026-03-15T11:06:41.765" v="323" actId="478"/>
          <ac:spMkLst>
            <pc:docMk/>
            <pc:sldMk cId="3871743244" sldId="268"/>
            <ac:spMk id="3" creationId="{370502AA-6950-0497-7F9C-76A6467E8FD5}"/>
          </ac:spMkLst>
        </pc:spChg>
        <pc:picChg chg="add mod">
          <ac:chgData name="Susanne Liskova" userId="a0993f2846a4e5e6" providerId="LiveId" clId="{E08480FD-CB8C-48ED-94AB-390C657F74E3}" dt="2026-03-15T11:07:17.853" v="327" actId="1076"/>
          <ac:picMkLst>
            <pc:docMk/>
            <pc:sldMk cId="3871743244" sldId="268"/>
            <ac:picMk id="5" creationId="{70FBCDC5-1DBE-AFF8-6102-A622EEB6BDB3}"/>
          </ac:picMkLst>
        </pc:picChg>
        <pc:picChg chg="add mod">
          <ac:chgData name="Susanne Liskova" userId="a0993f2846a4e5e6" providerId="LiveId" clId="{E08480FD-CB8C-48ED-94AB-390C657F74E3}" dt="2026-03-15T11:07:37.980" v="332" actId="14100"/>
          <ac:picMkLst>
            <pc:docMk/>
            <pc:sldMk cId="3871743244" sldId="268"/>
            <ac:picMk id="7" creationId="{F99C31FF-0F94-1658-D182-3E4209ED8F17}"/>
          </ac:picMkLst>
        </pc:picChg>
      </pc:sldChg>
      <pc:sldChg chg="modSp mod">
        <pc:chgData name="Susanne Liskova" userId="a0993f2846a4e5e6" providerId="LiveId" clId="{E08480FD-CB8C-48ED-94AB-390C657F74E3}" dt="2026-03-15T11:05:49.370" v="301" actId="5793"/>
        <pc:sldMkLst>
          <pc:docMk/>
          <pc:sldMk cId="4122400423" sldId="269"/>
        </pc:sldMkLst>
        <pc:spChg chg="mod">
          <ac:chgData name="Susanne Liskova" userId="a0993f2846a4e5e6" providerId="LiveId" clId="{E08480FD-CB8C-48ED-94AB-390C657F74E3}" dt="2026-03-15T11:05:32.647" v="255" actId="20577"/>
          <ac:spMkLst>
            <pc:docMk/>
            <pc:sldMk cId="4122400423" sldId="269"/>
            <ac:spMk id="2" creationId="{49FFB121-F5BC-2CFF-7750-5DC8F5BB4791}"/>
          </ac:spMkLst>
        </pc:spChg>
        <pc:spChg chg="mod">
          <ac:chgData name="Susanne Liskova" userId="a0993f2846a4e5e6" providerId="LiveId" clId="{E08480FD-CB8C-48ED-94AB-390C657F74E3}" dt="2026-03-15T11:05:49.370" v="301" actId="5793"/>
          <ac:spMkLst>
            <pc:docMk/>
            <pc:sldMk cId="4122400423" sldId="269"/>
            <ac:spMk id="3" creationId="{4B29857A-3402-8825-4A62-50F3216B5051}"/>
          </ac:spMkLst>
        </pc:spChg>
      </pc:sldChg>
      <pc:sldChg chg="modSp mod">
        <pc:chgData name="Susanne Liskova" userId="a0993f2846a4e5e6" providerId="LiveId" clId="{E08480FD-CB8C-48ED-94AB-390C657F74E3}" dt="2026-03-15T11:05:29.074" v="248" actId="20577"/>
        <pc:sldMkLst>
          <pc:docMk/>
          <pc:sldMk cId="539444754" sldId="270"/>
        </pc:sldMkLst>
        <pc:spChg chg="mod">
          <ac:chgData name="Susanne Liskova" userId="a0993f2846a4e5e6" providerId="LiveId" clId="{E08480FD-CB8C-48ED-94AB-390C657F74E3}" dt="2026-03-15T11:05:29.074" v="248" actId="20577"/>
          <ac:spMkLst>
            <pc:docMk/>
            <pc:sldMk cId="539444754" sldId="270"/>
            <ac:spMk id="3" creationId="{C216762D-CF73-0441-20A4-282422F3BC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5BFC7-789C-7B71-ED47-54EA4455B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6791E5-8B97-75CF-2204-A04CA179B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F881AF-64A8-F32C-041A-B1582D7B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C8AC99-53C0-23CB-8FE6-8FD440FE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5F2F41-9702-F43D-847C-386374A3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4061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4A2CAD-6B30-EA60-F088-CE87FD9B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96B5F7-302F-9100-C474-84AEE3655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E41027-9EC8-761B-F1D1-7C71B645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1A3DFD-48C4-2EA5-26C3-6D362B3A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D880CF-7187-C578-2D45-6945291D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605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84AA8-EBE2-E470-03E8-C47E2021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4E8B7D-F9F6-056A-7A0A-DEC3D0FAD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B09DF6-FBB6-B418-87C0-5819FD39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22D732-71AB-04B6-9980-69EA2A0C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1BA3ED-82DB-749B-E771-2E3C5097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446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61FA6-94F4-9A4E-F03D-17FDADCC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61376A-2866-60A0-A828-0DA63E3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08DB80-3582-8C6F-B449-ACD59A86A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BDB656-A522-9E27-CFF2-82460F03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C36018-725B-2006-ADEA-1FA203EE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DA845B-5AEE-76EF-D8A6-83AAEA09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1305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DCBCC-C66C-62D6-A933-232945F1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231E2-303B-52CF-5B78-18A17EA7E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29682A-FD1B-F951-A190-FC1ED6ADB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5CA7F0-5EEB-6B67-93F5-FBB486EA4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538A8B-393B-422C-8ED5-3FC58A697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1AD266D-B85B-CFB7-3478-AE17C0CB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C731591-9C1F-3654-112B-8188CFD0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D2F5086-A44C-913F-4071-C58B8B24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6046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CA74B-2557-B1CD-034F-513950D4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D3EDC4-3EC8-5A0B-9078-3C59E2C4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0B0618-AFC7-5AA6-3469-31661BC2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8C872A-3403-6E81-3CC7-E8A0BCD4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6318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1D3F8-0854-C5E7-C4D8-90903B64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3334F3D-094C-E4FD-7E51-A1ABCDF0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31CE93-01FE-56EA-5698-54355B49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425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E547E-8FF3-F41C-F72D-79534C091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6A4410-FEBF-DC8C-B486-E97B2ADC2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E276F1-4CD6-A726-929A-AD72D728D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52DA35-A882-F122-CB52-CEEAF232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2B8E11-4A23-45E7-7138-5C300921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457FA8-46C3-A4DE-A6B9-E05F3BE8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96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B42B2-82FE-D054-14CD-2883ED01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C86DA16-BE6F-1DDF-931B-41529142E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8F6E29-F772-5917-9C2B-6BD295105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4F6FCE-83B1-C529-DBB6-5F11366D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B6E712-E64A-FA4A-AB0B-F6425B4D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1D7F67-9848-3E2D-4588-D395EA3A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9618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7ACB6-F24B-862A-F7A6-F4877D25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D1F854-5C91-2DCF-4DFB-313A31C09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13EFF6-0E19-AA08-EDFC-DC837B2F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3098A3-87BE-1BE6-FC52-444606FC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3A754A-D4CA-7F1D-6D1C-969AE857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9455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4898132-F95D-63BF-D4E1-5AAA68509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B9CD00-AE4F-57CC-81BC-912EADF07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D5B040-D62D-358B-BD0F-095AD882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48761-3285-1840-A897-183831C5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2F6D33-73B9-D4A4-0E43-67E78594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697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8E12D6-7D51-DF7F-E2A1-3686378F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A32EEF-9EBD-2C87-2961-F29DEB29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4A927B-0188-9CD0-C105-C70BB221DE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3/15/2026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7BB8B5-89EC-12B5-D074-FC5C9E7BF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F71BDE-D41A-0363-74FB-ECFA7A801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433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59E55-356F-A31A-85DD-0F82DEBA2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743804"/>
            <a:ext cx="4587241" cy="3793482"/>
          </a:xfrm>
        </p:spPr>
        <p:txBody>
          <a:bodyPr anchor="ctr">
            <a:normAutofit/>
          </a:bodyPr>
          <a:lstStyle/>
          <a:p>
            <a:pPr algn="l"/>
            <a:r>
              <a:rPr lang="de-CH" sz="5100" dirty="0" err="1"/>
              <a:t>Storysketch</a:t>
            </a:r>
            <a:r>
              <a:rPr lang="de-CH" sz="5100" dirty="0"/>
              <a:t> / Walkthrough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B6BD9BB-BE33-BDE7-FA78-8EA871900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691564"/>
            <a:ext cx="4102609" cy="1422631"/>
          </a:xfrm>
        </p:spPr>
        <p:txBody>
          <a:bodyPr>
            <a:normAutofit/>
          </a:bodyPr>
          <a:lstStyle/>
          <a:p>
            <a:pPr algn="l"/>
            <a:r>
              <a:rPr lang="de-CH" dirty="0" err="1"/>
              <a:t>Bo@cean</a:t>
            </a:r>
            <a:endParaRPr lang="de-CH" dirty="0"/>
          </a:p>
          <a:p>
            <a:pPr algn="l"/>
            <a:endParaRPr lang="de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6CA5B-3B6B-6E9E-825C-848D6EE1AF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7" r="22456" b="2"/>
          <a:stretch>
            <a:fillRect/>
          </a:stretch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5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B3A258-7E17-8253-7699-1E9D4550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Game Start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518FA08-42C4-18EF-9673-C61A48358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01" y="2091070"/>
            <a:ext cx="11745274" cy="394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6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8E60F8-336A-E29E-32AF-0372B8C7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Obstacle: Shark. Superpower: Wind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2A17CA2-A95E-E2E1-86FD-AA2B635F5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38" y="2112335"/>
            <a:ext cx="11760384" cy="395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6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DD918E-EAB5-999F-6AC2-5A75882B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Obstacle: Shark. Boost </a:t>
            </a:r>
            <a:r>
              <a:rPr lang="de-CH" sz="4000" dirty="0" err="1">
                <a:solidFill>
                  <a:srgbClr val="FFFFFF"/>
                </a:solidFill>
              </a:rPr>
              <a:t>your</a:t>
            </a:r>
            <a:r>
              <a:rPr lang="de-CH" sz="4000" dirty="0">
                <a:solidFill>
                  <a:srgbClr val="FFFFFF"/>
                </a:solidFill>
              </a:rPr>
              <a:t> </a:t>
            </a:r>
            <a:r>
              <a:rPr lang="de-CH" sz="4000" dirty="0" err="1">
                <a:solidFill>
                  <a:srgbClr val="FFFFFF"/>
                </a:solidFill>
              </a:rPr>
              <a:t>boat</a:t>
            </a:r>
            <a:endParaRPr lang="de-CH" sz="4000" dirty="0">
              <a:solidFill>
                <a:srgbClr val="FFFFFF"/>
              </a:solidFill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99834F9-6A95-4697-362E-7AC994EBE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662" y="2119256"/>
            <a:ext cx="12086499" cy="39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5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6C50A-28DC-C866-00DE-E4FCAC37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12D6F0-1C68-C7E2-73C1-2319D1CA3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D669B2-9177-1926-3EBB-1AD88AE6A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A722B6-CB3F-C99A-4667-D2AFEEAA9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E3E09-0062-0A1A-4905-21937B358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23A35C-413C-7067-861E-74715398B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26FC07-7820-4DA7-27BD-308F7691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Obstacle: Shark. Boost </a:t>
            </a:r>
            <a:r>
              <a:rPr lang="de-CH" sz="4000" dirty="0" err="1">
                <a:solidFill>
                  <a:srgbClr val="FFFFFF"/>
                </a:solidFill>
              </a:rPr>
              <a:t>your</a:t>
            </a:r>
            <a:r>
              <a:rPr lang="de-CH" sz="4000" dirty="0">
                <a:solidFill>
                  <a:srgbClr val="FFFFFF"/>
                </a:solidFill>
              </a:rPr>
              <a:t> </a:t>
            </a:r>
            <a:r>
              <a:rPr lang="de-CH" sz="4000" dirty="0" err="1">
                <a:solidFill>
                  <a:srgbClr val="FFFFFF"/>
                </a:solidFill>
              </a:rPr>
              <a:t>boat</a:t>
            </a:r>
            <a:endParaRPr lang="de-CH" sz="4000" dirty="0">
              <a:solidFill>
                <a:srgbClr val="FFFFFF"/>
              </a:solidFill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35BA655-BB6F-383D-9286-7F2172D92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06" y="2156907"/>
            <a:ext cx="12047667" cy="391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8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B647D-38AC-85B3-BCBE-7C8D772D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2E244C-3686-A548-D4EE-767D287C3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92AA3-EDC8-324B-1AD2-5184DF70D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DCB048-25DD-61B4-86EB-6B801A664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75F18-9C9A-ED9A-B07D-8BA51A378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E8ABF-D7E7-4662-C143-D4C4EA48B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AA9424-C66F-7CB1-DFAA-C4BE1701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Superpower: Flash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747E49D-795E-0DFC-421B-0292C76FE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25" y="2178423"/>
            <a:ext cx="12061191" cy="38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1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923F0-4F00-EC96-1BB2-C5309EE2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EAFF94-F53E-7EC2-5488-1F68B83C3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24D39-13E3-49C4-9645-881435F3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E0D3B-78B1-6FDC-A1C2-16B53E191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BE3B1-CAD8-D4DC-3A8B-E4DCE0E8E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FFB4E-77E5-F4A7-A93F-1B180FEC2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AC32C7-17F8-05A0-732B-455DD2E8E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Obstacle: </a:t>
            </a:r>
            <a:r>
              <a:rPr lang="de-CH" sz="4000" dirty="0" err="1">
                <a:solidFill>
                  <a:srgbClr val="FFFFFF"/>
                </a:solidFill>
              </a:rPr>
              <a:t>Iceberg</a:t>
            </a:r>
            <a:r>
              <a:rPr lang="de-CH" sz="4000" dirty="0">
                <a:solidFill>
                  <a:srgbClr val="FFFFFF"/>
                </a:solidFill>
              </a:rPr>
              <a:t>. Superpower: Flash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AD6B67F-342B-A9C5-D556-7B0C34EC3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97" y="2135393"/>
            <a:ext cx="12013368" cy="39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3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87BED-B71C-8F9D-BABE-831608E3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9E11FB-1891-42AB-1ADF-AACC44E64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5E289-6895-3002-C5B8-418F09684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73DC6F-AE79-8E76-6899-904E67EE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AA7278-ED47-4EE9-3315-31437F394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D7395C-DFAE-430B-1368-A5284A09C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C1696E-EDA1-90DF-FF04-61E5B8B8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Obstacle: </a:t>
            </a:r>
            <a:r>
              <a:rPr lang="de-CH" sz="4000" dirty="0" err="1">
                <a:solidFill>
                  <a:srgbClr val="FFFFFF"/>
                </a:solidFill>
              </a:rPr>
              <a:t>Iceberg</a:t>
            </a:r>
            <a:r>
              <a:rPr lang="de-CH" sz="4000" dirty="0">
                <a:solidFill>
                  <a:srgbClr val="FFFFFF"/>
                </a:solidFill>
              </a:rPr>
              <a:t>. Superpower: Flash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40A7F9B-B7A4-16B9-A131-C1419E565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39" y="2113878"/>
            <a:ext cx="11933504" cy="39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15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53ED2-A435-BEC2-989C-94A59C3F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ACE80C-FCC2-E848-040D-DCBD53208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634405-C68F-4984-2AB2-3CA0E64A2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5F3FB9-836C-4D39-A8E2-039687175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9C7F7-F96B-27CD-F7D7-1427893CC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57206-E1E3-5454-188B-3F0708A2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D8A4732-E92D-D427-47C7-19F7A7DEB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Superpower: Rain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F2A4F4E-161B-7D9E-8A1B-C4603F408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06" y="2124636"/>
            <a:ext cx="12138035" cy="39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6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E4715-A873-A6F5-B1A3-DEF54FDF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83DB1F-714B-6ACC-D857-1D6349054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27799E-0661-42E0-96D5-EB7375CB8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D37818-9803-0478-3E40-540504CA3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E01203-7099-9FA7-1B7C-E81963211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38C4C0-D4E4-BC92-B476-B358290A2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BF4D27-C23E-0A2E-5102-766A65E5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Obstacle: Big Rock. Superpower: Rain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32F5BD1-46C1-FF96-4641-01930047A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8" y="2167666"/>
            <a:ext cx="12121611" cy="39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8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353C1-E0D1-A6C6-BB8E-F3F57C31C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CB137C-EA27-49A9-6D0B-2D09EAB9A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558CF-7877-E674-16D6-37AD2F458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0AF8A0-8831-82F3-B39B-DC324A4B2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08D5E0-4FCD-8701-B156-CB5E266A4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B8EB1-12F0-5590-9E0B-B58CAD8F4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36FCE6-0D29-0554-1666-142092638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endParaRPr lang="de-CH" sz="4000" dirty="0">
              <a:solidFill>
                <a:srgbClr val="FFFFFF"/>
              </a:solidFill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73B9116-ECA9-DBBA-6A5C-FEB9943E4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0927" y="1949784"/>
            <a:ext cx="6861942" cy="4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87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24503-905C-F76F-1134-8190CBE6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19DF64-4059-681E-F6C8-3B93E4A67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7BF04-9FEF-41D4-7A33-E5C5EEE3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F2AA8F-CF17-BB42-2801-407478110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341C7-3200-690A-3802-21C6DA8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2CD1AF-CC9E-FFE9-1961-26E03C6AF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0862A9-E32B-6EC3-AC79-8EFD0DAD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Level 1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FC7D7BE-C908-03B3-65DC-CB92CF680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928" y="2065467"/>
            <a:ext cx="11517773" cy="38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98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98DF9-3F99-15DF-352D-17F753A9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FBB26C-3341-98AC-1639-F4A4A59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963CBD-210D-1320-C17D-8CE861DE1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900F0-9D28-2EEB-CFF8-BB635D978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6021DE-0AF5-3F22-612E-377BAF99B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8CE4BF-BCF8-B792-3F19-B835F3D3B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63F1CB-56C6-483B-9EBC-A3A23F3F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Level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7A6C3F-AD34-2963-34F8-687A4FB0F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2000" dirty="0"/>
              <a:t>3 </a:t>
            </a:r>
            <a:r>
              <a:rPr lang="de-CH" sz="2000" dirty="0" err="1"/>
              <a:t>hearts</a:t>
            </a:r>
            <a:endParaRPr lang="de-CH" sz="2000" dirty="0"/>
          </a:p>
          <a:p>
            <a:r>
              <a:rPr lang="de-CH" sz="2000" dirty="0"/>
              <a:t>Crash </a:t>
            </a:r>
            <a:r>
              <a:rPr lang="de-CH" sz="2000" dirty="0" err="1"/>
              <a:t>into</a:t>
            </a:r>
            <a:r>
              <a:rPr lang="de-CH" sz="2000" dirty="0"/>
              <a:t> </a:t>
            </a:r>
            <a:r>
              <a:rPr lang="de-CH" sz="2000" dirty="0" err="1"/>
              <a:t>obstacle</a:t>
            </a:r>
            <a:r>
              <a:rPr lang="de-CH" sz="2000" dirty="0"/>
              <a:t> --&gt; lose 1 </a:t>
            </a:r>
            <a:r>
              <a:rPr lang="de-CH" sz="2000" dirty="0" err="1"/>
              <a:t>heart</a:t>
            </a:r>
            <a:endParaRPr lang="de-CH" sz="2000" dirty="0"/>
          </a:p>
          <a:p>
            <a:r>
              <a:rPr lang="de-CH" sz="2000" dirty="0"/>
              <a:t>All </a:t>
            </a:r>
            <a:r>
              <a:rPr lang="de-CH" sz="2000" dirty="0" err="1"/>
              <a:t>of</a:t>
            </a:r>
            <a:r>
              <a:rPr lang="de-CH" sz="2000" dirty="0"/>
              <a:t> </a:t>
            </a:r>
            <a:r>
              <a:rPr lang="de-CH" sz="2000" dirty="0" err="1"/>
              <a:t>the</a:t>
            </a:r>
            <a:r>
              <a:rPr lang="de-CH" sz="2000" dirty="0"/>
              <a:t> </a:t>
            </a:r>
            <a:r>
              <a:rPr lang="de-CH" sz="2000" dirty="0" err="1"/>
              <a:t>hearts</a:t>
            </a:r>
            <a:r>
              <a:rPr lang="de-CH" sz="2000" dirty="0"/>
              <a:t> </a:t>
            </a:r>
            <a:r>
              <a:rPr lang="de-CH" sz="2000" dirty="0" err="1"/>
              <a:t>gone</a:t>
            </a:r>
            <a:r>
              <a:rPr lang="de-CH" sz="2000" dirty="0"/>
              <a:t> --&gt; dies</a:t>
            </a:r>
          </a:p>
        </p:txBody>
      </p:sp>
    </p:spTree>
    <p:extLst>
      <p:ext uri="{BB962C8B-B14F-4D97-AF65-F5344CB8AC3E}">
        <p14:creationId xmlns:p14="http://schemas.microsoft.com/office/powerpoint/2010/main" val="30583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30C55-837A-8288-D63E-BF04824C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EDCE0A-66C1-5DF9-F138-2D8F1E6D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11973-7A9F-5F60-BFF3-EFFBC7D5C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C4F352-EEF3-C979-A788-21BF91013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5ECE73-7320-9379-1E66-94628231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643D1E-33E2-CC69-C87C-5CD737B88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175C02-E2A4-4F71-686D-2938794B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Level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16762D-CF73-0441-20A4-282422F3B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one obstacle comes after another</a:t>
            </a:r>
          </a:p>
          <a:p>
            <a:r>
              <a:rPr lang="en-US" sz="2000" dirty="0"/>
              <a:t>After a few obstacles, more stressful and they come shortly after </a:t>
            </a:r>
            <a:r>
              <a:rPr lang="en-US" sz="2000" dirty="0" err="1"/>
              <a:t>eachother</a:t>
            </a: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539444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F92E6-77D7-ABBA-931A-8F490981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E4EB10-26CA-C4AA-3234-05B6E0221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1CBEF5-9EC0-0182-6877-082ADE26D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13EFD-F866-8374-B549-9E00BF3BE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795148-B9CD-2DB5-46A1-6CE38C8F0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500D88-5050-89AE-4050-A3C230CA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FFB121-F5BC-2CFF-7750-5DC8F5BB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Level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29857A-3402-8825-4A62-50F3216B5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2000" dirty="0"/>
              <a:t>?</a:t>
            </a:r>
          </a:p>
          <a:p>
            <a:r>
              <a:rPr lang="de-CH" sz="2000" dirty="0"/>
              <a:t>Maybe </a:t>
            </a:r>
            <a:r>
              <a:rPr lang="de-CH" sz="2000" dirty="0" err="1"/>
              <a:t>collecting</a:t>
            </a:r>
            <a:r>
              <a:rPr lang="de-CH" sz="2000" dirty="0"/>
              <a:t> </a:t>
            </a:r>
            <a:r>
              <a:rPr lang="de-CH" sz="2000" dirty="0" err="1"/>
              <a:t>some</a:t>
            </a:r>
            <a:r>
              <a:rPr lang="de-CH" sz="2000" dirty="0"/>
              <a:t> </a:t>
            </a:r>
            <a:r>
              <a:rPr lang="de-CH" sz="2000" dirty="0" err="1"/>
              <a:t>coins</a:t>
            </a:r>
            <a:r>
              <a:rPr lang="de-CH" sz="2000" dirty="0"/>
              <a:t>, </a:t>
            </a:r>
            <a:r>
              <a:rPr lang="de-CH" sz="2000" dirty="0" err="1"/>
              <a:t>food</a:t>
            </a:r>
            <a:r>
              <a:rPr lang="de-CH" sz="2000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4122400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F8E4C-3668-3A45-F9D5-15240656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45FFC1-7978-DB35-D761-50BCCF389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D64E9-EBF5-C6FF-0037-DC6737037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0DBC1-AF3F-9DF6-BDDB-98644542F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7E2F90-D9D1-6B07-709D-8CD85AFA1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992118-E20A-E272-63AC-FE979E848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ED81D7-EFCA-41EC-5579-CEE06A68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rgbClr val="FFFFFF"/>
                </a:solidFill>
              </a:rPr>
              <a:t>Game Over // </a:t>
            </a:r>
            <a:r>
              <a:rPr lang="de-CH" sz="4000" dirty="0" err="1">
                <a:solidFill>
                  <a:srgbClr val="FFFFFF"/>
                </a:solidFill>
              </a:rPr>
              <a:t>Congrats</a:t>
            </a:r>
            <a:endParaRPr lang="de-CH" sz="4000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FBCDC5-1DBE-AFF8-6102-A622EEB6B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00" y="2446699"/>
            <a:ext cx="4890117" cy="311500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99C31FF-0F94-1658-D182-3E4209ED8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522" y="2440007"/>
            <a:ext cx="4919728" cy="311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43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112</Words>
  <Application>Microsoft Office PowerPoint</Application>
  <PresentationFormat>Breitbild</PresentationFormat>
  <Paragraphs>23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</vt:lpstr>
      <vt:lpstr>Storysketch / Walkthrough</vt:lpstr>
      <vt:lpstr>Game Start</vt:lpstr>
      <vt:lpstr>Obstacle: Shark. Superpower: Wind</vt:lpstr>
      <vt:lpstr>Obstacle: Shark. Boost your boat</vt:lpstr>
      <vt:lpstr>Obstacle: Shark. Boost your boat</vt:lpstr>
      <vt:lpstr>Superpower: Flash</vt:lpstr>
      <vt:lpstr>Obstacle: Iceberg. Superpower: Flash</vt:lpstr>
      <vt:lpstr>Obstacle: Iceberg. Superpower: Flash</vt:lpstr>
      <vt:lpstr>Superpower: Rain</vt:lpstr>
      <vt:lpstr>Obstacle: Big Rock. Superpower: Rain</vt:lpstr>
      <vt:lpstr>PowerPoint-Präsentation</vt:lpstr>
      <vt:lpstr>Level 1</vt:lpstr>
      <vt:lpstr>Level 1</vt:lpstr>
      <vt:lpstr>Level 1</vt:lpstr>
      <vt:lpstr>Level 2</vt:lpstr>
      <vt:lpstr>Game Over // Congrats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Liskova</dc:creator>
  <cp:lastModifiedBy>Susanne Liskova</cp:lastModifiedBy>
  <cp:revision>1</cp:revision>
  <dcterms:created xsi:type="dcterms:W3CDTF">2026-03-15T10:49:16Z</dcterms:created>
  <dcterms:modified xsi:type="dcterms:W3CDTF">2026-03-15T11:07:42Z</dcterms:modified>
</cp:coreProperties>
</file>